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47"/>
    <p:restoredTop sz="94657"/>
  </p:normalViewPr>
  <p:slideViewPr>
    <p:cSldViewPr snapToGrid="0">
      <p:cViewPr varScale="1">
        <p:scale>
          <a:sx n="204" d="100"/>
          <a:sy n="204" d="100"/>
        </p:scale>
        <p:origin x="232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6F0DC-99AF-E646-ED48-3198A9B75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71989E-6A59-7F81-0B63-106F4B644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B2BD0-8AB8-DF66-9F6E-3C86BA694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B891-1BEB-9C4A-9856-8738AA4FD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EB363-251F-15DC-1E0A-403B0D35A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564C2-8FBA-4C59-C199-B4B37CBD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1F1A-634D-1441-8942-6326A1B28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35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8D919-052A-26E0-3A3A-6312B00F5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994B9-0487-113D-C851-F1120A0B6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AED33-97A5-B101-83E0-129CB9AA6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B891-1BEB-9C4A-9856-8738AA4FD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69D62-B1F8-EDAC-2208-4DC30C860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F06A3-8887-45DC-9952-51031524E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1F1A-634D-1441-8942-6326A1B28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E96E7-6FC4-FB9D-65A7-6C64BDC2D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BB6BA-39A8-C359-6A1E-7BD55F94C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F085E-356A-B041-126F-92E2CC9A6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B891-1BEB-9C4A-9856-8738AA4FD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05E90-CF97-AD32-109B-BE497F616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3C540-95ED-7427-A72C-354685557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1F1A-634D-1441-8942-6326A1B28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68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1277-6B64-DB5B-A894-A521DCCA8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538F9-95BC-7F54-EA26-C110AEAEF1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660A3-7C62-CF41-DD4A-BD58C28F4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16AD4-3E35-287F-FCED-2E9D6822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B891-1BEB-9C4A-9856-8738AA4FD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A283E-EFC9-D05F-C292-D376E9B26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D0614-EEAB-34E7-395E-3CF7ADFF2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1F1A-634D-1441-8942-6326A1B28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175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9AFCF-9AD1-35E6-E3AD-49CCDB940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A5969-80E6-4C1C-A2C1-F91F8EC4A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DAD87-D36F-68E6-70AE-1876F34B5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611F4B-BDA9-9993-EDE0-543CA0671C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DCACD3-5A04-DAFB-A104-3F715E1B53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2D3ECC-9BF9-D5E7-79A4-3D183EC8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B891-1BEB-9C4A-9856-8738AA4FD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BD8975-3AAB-BFAF-5050-C77FD4111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A29C96-82F8-9EFA-9ABD-5D1C4BD3E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1F1A-634D-1441-8942-6326A1B28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167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40F34-90BF-39BD-47F9-68B569514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1F85DF-EC32-4360-3288-44222E42C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B891-1BEB-9C4A-9856-8738AA4FD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1B5CB6-F047-E00A-0CA4-5E8BB70D8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659ACA-B2FD-0593-5AFE-34ED0CBF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1F1A-634D-1441-8942-6326A1B28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558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C1264-EE13-0489-A50B-6092513B8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B891-1BEB-9C4A-9856-8738AA4FD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D1EF24-BB77-6BC4-AD0C-66CCBF6E2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0370F-B6BF-BF93-222B-8FC8EC255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1F1A-634D-1441-8942-6326A1B28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444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93BBE-9D58-F181-FED2-3F1AB2552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2D0DA-3529-F7C2-E464-E0F914713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03D6F-D891-069E-6F33-B69B93743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C37E00-2F0F-BD5E-17E8-D76E59D15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B891-1BEB-9C4A-9856-8738AA4FD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36CB4-481B-2900-1FAB-92E63F9B0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39AB8A-1B51-6C84-0B58-23B90DD1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1F1A-634D-1441-8942-6326A1B28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282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AD705-22C0-08A3-AABB-30AAB994C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F3185F-EE8A-4BBC-C0B1-56AACF8BAE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27777-261B-DCFD-5FF4-89752D6D6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74A6C-9776-668E-9F3E-2AF0CD559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B891-1BEB-9C4A-9856-8738AA4FD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B6DB76-DDE7-B340-620C-FDC5EE96E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0624D-D574-E51F-9AB9-D352CB168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1F1A-634D-1441-8942-6326A1B28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88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3412C-9E6C-7B9E-9B8E-249395BCE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3487F5-D528-F491-DAE3-8015D5B29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B6503-360A-1991-6B93-6CDB0369F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B891-1BEB-9C4A-9856-8738AA4FD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3212E-F65E-0FBB-AB65-1C19E46C6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2AAE8-D7FE-D8BF-6E3B-2CA1C65FA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1F1A-634D-1441-8942-6326A1B28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302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CB5860-15FC-C689-C214-21BD9F89B6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605CB8-49FC-BFBF-DE1D-CD9F2DC15E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715E1-D991-A436-8B03-5169E6494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0B891-1BEB-9C4A-9856-8738AA4FD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E41E1-B1DA-6B4C-245A-D2BCDF53A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ECD10-E870-823E-D079-D917CCF17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81F1A-634D-1441-8942-6326A1B28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97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6612EE-16FF-A25A-4C71-7B34D9CF6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07469-F4DA-B6F7-CB88-FD43504D4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9A7D9-55F0-1EE2-F060-5926CC6CE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0B891-1BEB-9C4A-9856-8738AA4FD906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CCBF8-87A3-31CA-9449-429E1BB790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F1B58-AA39-C4AD-46A3-CE293DCF1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1F1A-634D-1441-8942-6326A1B28B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06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061D5FC3-077A-498D-FC93-456AA7A59487}"/>
              </a:ext>
            </a:extLst>
          </p:cNvPr>
          <p:cNvSpPr txBox="1"/>
          <p:nvPr/>
        </p:nvSpPr>
        <p:spPr>
          <a:xfrm>
            <a:off x="9368861" y="607812"/>
            <a:ext cx="202921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3D35C8-A8BC-2D9E-A05A-03EA0B4A09A5}"/>
              </a:ext>
            </a:extLst>
          </p:cNvPr>
          <p:cNvSpPr txBox="1"/>
          <p:nvPr/>
        </p:nvSpPr>
        <p:spPr>
          <a:xfrm>
            <a:off x="830595" y="607812"/>
            <a:ext cx="1391587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Ingestion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13DFAC-0092-C6CA-C4F7-8FB449AA5412}"/>
              </a:ext>
            </a:extLst>
          </p:cNvPr>
          <p:cNvSpPr txBox="1"/>
          <p:nvPr/>
        </p:nvSpPr>
        <p:spPr>
          <a:xfrm>
            <a:off x="3300911" y="607812"/>
            <a:ext cx="202921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Transformation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C5F2659-324E-9EA4-CDFE-B1A25E7CA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06" y="1852111"/>
            <a:ext cx="2169143" cy="1446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A7CBD47-8AEC-6E83-272A-F09BCB17D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080" y="1852113"/>
            <a:ext cx="2573815" cy="1446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9B9015C2-EEF3-369C-5BF4-380FCF235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6733" y="3429000"/>
            <a:ext cx="2293475" cy="1528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73D2A510-AC85-7DD4-5EDE-54897E19A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1886" y="1490938"/>
            <a:ext cx="2870545" cy="1614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6CB72D9-DBF5-B69B-0A91-D5C5CB3B195C}"/>
              </a:ext>
            </a:extLst>
          </p:cNvPr>
          <p:cNvSpPr txBox="1"/>
          <p:nvPr/>
        </p:nvSpPr>
        <p:spPr>
          <a:xfrm>
            <a:off x="6260915" y="587496"/>
            <a:ext cx="174111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Orchestration</a:t>
            </a: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B5DCA77A-7E04-C942-4286-4CD6EE64D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6171" y="1827265"/>
            <a:ext cx="1495790" cy="1495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7A1DCACC-3EC1-B294-DF28-1C72BA9E0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74" y="4124733"/>
            <a:ext cx="2019206" cy="1559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C9DBB40-76AA-E8CA-1589-4695C5DCB252}"/>
              </a:ext>
            </a:extLst>
          </p:cNvPr>
          <p:cNvCxnSpPr>
            <a:cxnSpLocks/>
            <a:stCxn id="1026" idx="3"/>
            <a:endCxn id="1028" idx="1"/>
          </p:cNvCxnSpPr>
          <p:nvPr/>
        </p:nvCxnSpPr>
        <p:spPr>
          <a:xfrm>
            <a:off x="2299549" y="2575159"/>
            <a:ext cx="555531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40063B-C719-4EC9-09A5-733591051665}"/>
              </a:ext>
            </a:extLst>
          </p:cNvPr>
          <p:cNvCxnSpPr>
            <a:cxnSpLocks/>
            <a:stCxn id="1028" idx="3"/>
            <a:endCxn id="1034" idx="1"/>
          </p:cNvCxnSpPr>
          <p:nvPr/>
        </p:nvCxnSpPr>
        <p:spPr>
          <a:xfrm flipV="1">
            <a:off x="5428895" y="2575160"/>
            <a:ext cx="83727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94127A9-8CF5-B0D0-558E-83280A2C4715}"/>
              </a:ext>
            </a:extLst>
          </p:cNvPr>
          <p:cNvCxnSpPr>
            <a:cxnSpLocks/>
            <a:stCxn id="1034" idx="3"/>
            <a:endCxn id="1032" idx="1"/>
          </p:cNvCxnSpPr>
          <p:nvPr/>
        </p:nvCxnSpPr>
        <p:spPr>
          <a:xfrm flipV="1">
            <a:off x="7761961" y="2298279"/>
            <a:ext cx="1359925" cy="276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A1CFAEC-DA37-4B86-4478-D13056EEA964}"/>
              </a:ext>
            </a:extLst>
          </p:cNvPr>
          <p:cNvCxnSpPr>
            <a:stCxn id="1034" idx="3"/>
            <a:endCxn id="19" idx="1"/>
          </p:cNvCxnSpPr>
          <p:nvPr/>
        </p:nvCxnSpPr>
        <p:spPr>
          <a:xfrm>
            <a:off x="7761961" y="2575160"/>
            <a:ext cx="1474772" cy="1618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0" name="Picture 16" descr="Tableau Logo">
            <a:extLst>
              <a:ext uri="{FF2B5EF4-FFF2-40B4-BE49-F238E27FC236}">
                <a16:creationId xmlns:a16="http://schemas.microsoft.com/office/drawing/2014/main" id="{391614D2-D9BF-52DE-1A78-00CA4F4D0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9093" y="5162522"/>
            <a:ext cx="2916129" cy="1638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F03EF4F-D37B-9F87-3117-EE6CA8C62601}"/>
              </a:ext>
            </a:extLst>
          </p:cNvPr>
          <p:cNvCxnSpPr>
            <a:cxnSpLocks/>
          </p:cNvCxnSpPr>
          <p:nvPr/>
        </p:nvCxnSpPr>
        <p:spPr>
          <a:xfrm>
            <a:off x="10531499" y="5045666"/>
            <a:ext cx="0" cy="472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A8192D3-819C-D781-0086-3F979B69E3B2}"/>
              </a:ext>
            </a:extLst>
          </p:cNvPr>
          <p:cNvSpPr txBox="1"/>
          <p:nvPr/>
        </p:nvSpPr>
        <p:spPr>
          <a:xfrm>
            <a:off x="3957614" y="4193491"/>
            <a:ext cx="3604517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 million records for NYC Taxi data transformed using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PySpark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and prepared for Analytics</a:t>
            </a:r>
          </a:p>
        </p:txBody>
      </p:sp>
    </p:spTree>
    <p:extLst>
      <p:ext uri="{BB962C8B-B14F-4D97-AF65-F5344CB8AC3E}">
        <p14:creationId xmlns:p14="http://schemas.microsoft.com/office/powerpoint/2010/main" val="2239004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1185</TotalTime>
  <Words>18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Jasraj Singh Thiara</dc:creator>
  <cp:lastModifiedBy>Jasraj Singh Thiara</cp:lastModifiedBy>
  <cp:revision>6</cp:revision>
  <dcterms:created xsi:type="dcterms:W3CDTF">2025-11-21T13:25:35Z</dcterms:created>
  <dcterms:modified xsi:type="dcterms:W3CDTF">2025-11-22T09:10:49Z</dcterms:modified>
</cp:coreProperties>
</file>