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57"/>
  </p:normalViewPr>
  <p:slideViewPr>
    <p:cSldViewPr snapToGrid="0">
      <p:cViewPr varScale="1">
        <p:scale>
          <a:sx n="204" d="100"/>
          <a:sy n="204" d="100"/>
        </p:scale>
        <p:origin x="23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F0DC-99AF-E646-ED48-3198A9B75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1989E-6A59-7F81-0B63-106F4B644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B2BD0-8AB8-DF66-9F6E-3C86BA6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B363-251F-15DC-1E0A-403B0D35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564C2-8FBA-4C59-C199-B4B37CBD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3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919-052A-26E0-3A3A-6312B00F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4B9-0487-113D-C851-F1120A0B6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AED33-97A5-B101-83E0-129CB9AA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9D62-B1F8-EDAC-2208-4DC30C86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06A3-8887-45DC-9952-51031524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96E7-6FC4-FB9D-65A7-6C64BDC2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B6BA-39A8-C359-6A1E-7BD55F94C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085E-356A-B041-126F-92E2CC9A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5E90-CF97-AD32-109B-BE497F61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C540-95ED-7427-A72C-35468555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1277-6B64-DB5B-A894-A521DCCA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538F9-95BC-7F54-EA26-C110AEAEF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660A3-7C62-CF41-DD4A-BD58C28F4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16AD4-3E35-287F-FCED-2E9D6822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A283E-EFC9-D05F-C292-D376E9B2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D0614-EEAB-34E7-395E-3CF7ADFF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7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AFCF-9AD1-35E6-E3AD-49CCDB94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A5969-80E6-4C1C-A2C1-F91F8EC4A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DAD87-D36F-68E6-70AE-1876F34B5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11F4B-BDA9-9993-EDE0-543CA0671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DCACD3-5A04-DAFB-A104-3F715E1B5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D3ECC-9BF9-D5E7-79A4-3D183EC8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D8975-3AAB-BFAF-5050-C77FD411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29C96-82F8-9EFA-9ABD-5D1C4BD3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6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0F34-90BF-39BD-47F9-68B56951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85DF-EC32-4360-3288-44222E42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B5CB6-F047-E00A-0CA4-5E8BB70D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59ACA-B2FD-0593-5AFE-34ED0CBF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5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C1264-EE13-0489-A50B-6092513B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1EF24-BB77-6BC4-AD0C-66CCBF6E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0370F-B6BF-BF93-222B-8FC8EC25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44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3BBE-9D58-F181-FED2-3F1AB255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2D0DA-3529-F7C2-E464-E0F914713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03D6F-D891-069E-6F33-B69B93743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37E00-2F0F-BD5E-17E8-D76E59D1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36CB4-481B-2900-1FAB-92E63F9B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9AB8A-1B51-6C84-0B58-23B90DD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D705-22C0-08A3-AABB-30AAB994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3185F-EE8A-4BBC-C0B1-56AACF8BA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27777-261B-DCFD-5FF4-89752D6D6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4A6C-9776-668E-9F3E-2AF0CD55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6DB76-DDE7-B340-620C-FDC5EE96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0624D-D574-E51F-9AB9-D352CB16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8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412C-9E6C-7B9E-9B8E-249395BC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487F5-D528-F491-DAE3-8015D5B29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6503-360A-1991-6B93-6CDB0369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3212E-F65E-0FBB-AB65-1C19E46C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2AAE8-D7FE-D8BF-6E3B-2CA1C65F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B5860-15FC-C689-C214-21BD9F89B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05CB8-49FC-BFBF-DE1D-CD9F2DC15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715E1-D991-A436-8B03-5169E649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E41E1-B1DA-6B4C-245A-D2BCDF53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CD10-E870-823E-D079-D917CCF1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9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612EE-16FF-A25A-4C71-7B34D9CF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07469-F4DA-B6F7-CB88-FD43504D4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9A7D9-55F0-1EE2-F060-5926CC6CE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CBF8-87A3-31CA-9449-429E1BB79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F1B58-AA39-C4AD-46A3-CE293DCF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61D5FC3-077A-498D-FC93-456AA7A59487}"/>
              </a:ext>
            </a:extLst>
          </p:cNvPr>
          <p:cNvSpPr txBox="1"/>
          <p:nvPr/>
        </p:nvSpPr>
        <p:spPr>
          <a:xfrm>
            <a:off x="9368861" y="607812"/>
            <a:ext cx="20292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D35C8-A8BC-2D9E-A05A-03EA0B4A09A5}"/>
              </a:ext>
            </a:extLst>
          </p:cNvPr>
          <p:cNvSpPr txBox="1"/>
          <p:nvPr/>
        </p:nvSpPr>
        <p:spPr>
          <a:xfrm>
            <a:off x="830595" y="607812"/>
            <a:ext cx="139158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13DFAC-0092-C6CA-C4F7-8FB449AA5412}"/>
              </a:ext>
            </a:extLst>
          </p:cNvPr>
          <p:cNvSpPr txBox="1"/>
          <p:nvPr/>
        </p:nvSpPr>
        <p:spPr>
          <a:xfrm>
            <a:off x="3300911" y="607812"/>
            <a:ext cx="20292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5F2659-324E-9EA4-CDFE-B1A25E7C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06" y="1852111"/>
            <a:ext cx="2169143" cy="144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A7CBD47-8AEC-6E83-272A-F09BCB17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080" y="1852113"/>
            <a:ext cx="2573815" cy="144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9B9015C2-EEF3-369C-5BF4-380FCF235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733" y="3429000"/>
            <a:ext cx="2293475" cy="152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3D2A510-AC85-7DD4-5EDE-54897E19A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886" y="1490938"/>
            <a:ext cx="2870545" cy="161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CB72D9-DBF5-B69B-0A91-D5C5CB3B195C}"/>
              </a:ext>
            </a:extLst>
          </p:cNvPr>
          <p:cNvSpPr txBox="1"/>
          <p:nvPr/>
        </p:nvSpPr>
        <p:spPr>
          <a:xfrm>
            <a:off x="6260915" y="587496"/>
            <a:ext cx="17411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Orchestration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B5DCA77A-7E04-C942-4286-4CD6EE64D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171" y="1827265"/>
            <a:ext cx="1495790" cy="149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A1DCACC-3EC1-B294-DF28-1C72BA9E0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74" y="4124733"/>
            <a:ext cx="2019206" cy="155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9DBB40-76AA-E8CA-1589-4695C5DCB252}"/>
              </a:ext>
            </a:extLst>
          </p:cNvPr>
          <p:cNvCxnSpPr>
            <a:cxnSpLocks/>
            <a:stCxn id="1026" idx="3"/>
            <a:endCxn id="1028" idx="1"/>
          </p:cNvCxnSpPr>
          <p:nvPr/>
        </p:nvCxnSpPr>
        <p:spPr>
          <a:xfrm>
            <a:off x="2299549" y="2575159"/>
            <a:ext cx="55553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40063B-C719-4EC9-09A5-733591051665}"/>
              </a:ext>
            </a:extLst>
          </p:cNvPr>
          <p:cNvCxnSpPr>
            <a:cxnSpLocks/>
            <a:stCxn id="1028" idx="3"/>
            <a:endCxn id="1034" idx="1"/>
          </p:cNvCxnSpPr>
          <p:nvPr/>
        </p:nvCxnSpPr>
        <p:spPr>
          <a:xfrm flipV="1">
            <a:off x="5428895" y="2575160"/>
            <a:ext cx="83727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4127A9-8CF5-B0D0-558E-83280A2C4715}"/>
              </a:ext>
            </a:extLst>
          </p:cNvPr>
          <p:cNvCxnSpPr>
            <a:cxnSpLocks/>
            <a:stCxn id="1034" idx="3"/>
            <a:endCxn id="1032" idx="1"/>
          </p:cNvCxnSpPr>
          <p:nvPr/>
        </p:nvCxnSpPr>
        <p:spPr>
          <a:xfrm flipV="1">
            <a:off x="7761961" y="2298279"/>
            <a:ext cx="1359925" cy="276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1CFAEC-DA37-4B86-4478-D13056EEA964}"/>
              </a:ext>
            </a:extLst>
          </p:cNvPr>
          <p:cNvCxnSpPr>
            <a:stCxn id="1034" idx="3"/>
            <a:endCxn id="19" idx="1"/>
          </p:cNvCxnSpPr>
          <p:nvPr/>
        </p:nvCxnSpPr>
        <p:spPr>
          <a:xfrm>
            <a:off x="7761961" y="2575160"/>
            <a:ext cx="1474772" cy="161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Tableau Logo">
            <a:extLst>
              <a:ext uri="{FF2B5EF4-FFF2-40B4-BE49-F238E27FC236}">
                <a16:creationId xmlns:a16="http://schemas.microsoft.com/office/drawing/2014/main" id="{391614D2-D9BF-52DE-1A78-00CA4F4D0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093" y="5162522"/>
            <a:ext cx="2916129" cy="163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F03EF4F-D37B-9F87-3117-EE6CA8C62601}"/>
              </a:ext>
            </a:extLst>
          </p:cNvPr>
          <p:cNvCxnSpPr>
            <a:cxnSpLocks/>
          </p:cNvCxnSpPr>
          <p:nvPr/>
        </p:nvCxnSpPr>
        <p:spPr>
          <a:xfrm>
            <a:off x="10531499" y="5045666"/>
            <a:ext cx="0" cy="472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A8192D3-819C-D781-0086-3F979B69E3B2}"/>
              </a:ext>
            </a:extLst>
          </p:cNvPr>
          <p:cNvSpPr txBox="1"/>
          <p:nvPr/>
        </p:nvSpPr>
        <p:spPr>
          <a:xfrm>
            <a:off x="3957614" y="4193491"/>
            <a:ext cx="360451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 million records for NYC Taxi data transformed using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PySpark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and prepared for Analytics</a:t>
            </a:r>
          </a:p>
        </p:txBody>
      </p:sp>
    </p:spTree>
    <p:extLst>
      <p:ext uri="{BB962C8B-B14F-4D97-AF65-F5344CB8AC3E}">
        <p14:creationId xmlns:p14="http://schemas.microsoft.com/office/powerpoint/2010/main" val="223900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Jasraj Singh Thiara</dc:creator>
  <cp:lastModifiedBy>Jasraj Singh Thiara</cp:lastModifiedBy>
  <cp:revision>6</cp:revision>
  <dcterms:created xsi:type="dcterms:W3CDTF">2025-11-21T13:25:35Z</dcterms:created>
  <dcterms:modified xsi:type="dcterms:W3CDTF">2025-11-22T09:11:06Z</dcterms:modified>
</cp:coreProperties>
</file>